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4794C-4F5F-4CC9-8870-75838028F754}" type="datetimeFigureOut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2A1C5-EF55-43CF-877B-65E602475D7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198E-CFFA-4351-844D-C84E973150A5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6F5-9650-4BC1-BA20-E599F5CEB442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0105-4F76-48B0-87DB-CB9719DD2DB3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4054-953D-4AC9-A68B-D2874630BA56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8774-8C28-4DF0-9463-13A3392E620E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128E-238E-4C35-82A0-F6F3880251EB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EC48B-9AFE-4D63-8275-DC16ECB56CBA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6180-9699-4B60-ADCB-A14B38FD9D08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44FB-0CB4-4B58-A61F-FFDDFCDBC0CA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BEC8F-7189-4536-B789-A5EA16D96130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0BA55-07D6-4502-B375-EBA89552F6AD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184A6-C371-43D6-9F2E-E0320EE67643}" type="datetime1">
              <a:rPr lang="ko-KR" altLang="en-US" smtClean="0"/>
              <a:pPr/>
              <a:t>2011-03-03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49DD2-16C0-4DD4-9EC6-5D589952DB3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640" y="1556792"/>
            <a:ext cx="662473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Technical document of graphics editing</a:t>
            </a:r>
          </a:p>
          <a:p>
            <a:pPr algn="ctr"/>
            <a:r>
              <a:rPr lang="en-US" altLang="ko-KR" sz="2400" b="1" dirty="0" smtClean="0"/>
              <a:t>for Amiga SWOS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 smtClean="0"/>
          </a:p>
          <a:p>
            <a:pPr algn="ctr"/>
            <a:r>
              <a:rPr lang="en-US" altLang="ko-KR" b="1" dirty="0" smtClean="0"/>
              <a:t>Version </a:t>
            </a:r>
            <a:r>
              <a:rPr lang="en-US" altLang="ko-KR" b="1" dirty="0" smtClean="0"/>
              <a:t>0.11</a:t>
            </a:r>
            <a:endParaRPr lang="en-US" altLang="ko-KR" b="1" dirty="0" smtClean="0"/>
          </a:p>
          <a:p>
            <a:pPr algn="ctr"/>
            <a:endParaRPr lang="en-US" altLang="ko-KR" b="1" dirty="0" smtClean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 smtClean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 smtClean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 smtClean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 smtClean="0"/>
              <a:t>Written by </a:t>
            </a:r>
            <a:r>
              <a:rPr lang="en-US" altLang="ko-KR" b="1" dirty="0" err="1" smtClean="0"/>
              <a:t>starwindz</a:t>
            </a:r>
            <a:endParaRPr lang="ko-KR" altLang="en-US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I. Unpacked .map file</a:t>
            </a:r>
            <a:endParaRPr lang="ko-KR" altLang="en-US" sz="2000" b="1" dirty="0"/>
          </a:p>
        </p:txBody>
      </p:sp>
      <p:sp>
        <p:nvSpPr>
          <p:cNvPr id="5" name="직사각형 4"/>
          <p:cNvSpPr/>
          <p:nvPr/>
        </p:nvSpPr>
        <p:spPr>
          <a:xfrm>
            <a:off x="2051720" y="2852936"/>
            <a:ext cx="2592288" cy="30243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Sprites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76672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Overview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051720" y="1340768"/>
            <a:ext cx="2592288" cy="15121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Header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031758" y="1872534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9,240 bytes</a:t>
            </a:r>
          </a:p>
          <a:p>
            <a:r>
              <a:rPr lang="en-US" altLang="ko-KR" dirty="0" smtClean="0"/>
              <a:t>= 42 x 55 x 4</a:t>
            </a:r>
            <a:endParaRPr lang="ko-KR" altLang="en-US" dirty="0"/>
          </a:p>
        </p:txBody>
      </p:sp>
      <p:sp>
        <p:nvSpPr>
          <p:cNvPr id="9" name="오른쪽 중괄호 8"/>
          <p:cNvSpPr/>
          <p:nvPr/>
        </p:nvSpPr>
        <p:spPr>
          <a:xfrm>
            <a:off x="4716016" y="1340768"/>
            <a:ext cx="216024" cy="1440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중괄호 9"/>
          <p:cNvSpPr/>
          <p:nvPr/>
        </p:nvSpPr>
        <p:spPr>
          <a:xfrm>
            <a:off x="4716016" y="2866791"/>
            <a:ext cx="216024" cy="30243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076056" y="4077072"/>
            <a:ext cx="4067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num_of_sprites</a:t>
            </a:r>
            <a:r>
              <a:rPr lang="en-US" altLang="ko-KR" dirty="0" smtClean="0"/>
              <a:t> x 16 x 8 bytes</a:t>
            </a:r>
          </a:p>
          <a:p>
            <a:r>
              <a:rPr lang="en-US" altLang="ko-KR" dirty="0" smtClean="0"/>
              <a:t>(ex: for swcpich1.map,</a:t>
            </a:r>
          </a:p>
          <a:p>
            <a:r>
              <a:rPr lang="en-US" altLang="ko-KR" dirty="0" smtClean="0"/>
              <a:t>      284 x 16 x 8 = 36,352 bytes)  </a:t>
            </a:r>
            <a:endParaRPr lang="ko-KR" altLang="en-US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I. Unpacked .map file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76672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Header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201892" y="1916832"/>
            <a:ext cx="4968552" cy="374441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207358" y="2564904"/>
            <a:ext cx="4968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207358" y="3212976"/>
            <a:ext cx="4968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207358" y="3933056"/>
            <a:ext cx="4968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207358" y="5013176"/>
            <a:ext cx="4968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rot="5400000">
            <a:off x="415270" y="3789040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rot="5400000">
            <a:off x="1495390" y="3789040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rot="5400000">
            <a:off x="2647518" y="3789040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rot="5400000">
            <a:off x="3223582" y="3789040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1207358" y="4653136"/>
            <a:ext cx="4968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30566" y="200542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534222" y="4614304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2297022" y="1916832"/>
            <a:ext cx="1070787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3002092" y="2204864"/>
            <a:ext cx="3600400" cy="792088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6602492" y="2708920"/>
            <a:ext cx="36004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47" name="직사각형 46"/>
          <p:cNvSpPr/>
          <p:nvPr/>
        </p:nvSpPr>
        <p:spPr>
          <a:xfrm>
            <a:off x="6962532" y="2708920"/>
            <a:ext cx="36004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7322572" y="2708920"/>
            <a:ext cx="36004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</a:t>
            </a:r>
            <a:endParaRPr lang="ko-KR" altLang="en-US" dirty="0"/>
          </a:p>
        </p:txBody>
      </p:sp>
      <p:sp>
        <p:nvSpPr>
          <p:cNvPr id="49" name="직사각형 48"/>
          <p:cNvSpPr/>
          <p:nvPr/>
        </p:nvSpPr>
        <p:spPr>
          <a:xfrm>
            <a:off x="7682612" y="2708920"/>
            <a:ext cx="36004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6253574" y="3717032"/>
            <a:ext cx="29269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a = always null</a:t>
            </a:r>
          </a:p>
          <a:p>
            <a:r>
              <a:rPr lang="en-US" altLang="ko-KR" sz="1400" dirty="0" smtClean="0"/>
              <a:t>b = always null</a:t>
            </a:r>
          </a:p>
          <a:p>
            <a:r>
              <a:rPr lang="en-US" altLang="ko-KR" sz="1400" dirty="0" smtClean="0"/>
              <a:t>c</a:t>
            </a:r>
            <a:endParaRPr lang="en-US" altLang="ko-KR" sz="1400" dirty="0" smtClean="0"/>
          </a:p>
          <a:p>
            <a:r>
              <a:rPr lang="en-US" altLang="ko-KR" sz="1400" dirty="0" smtClean="0"/>
              <a:t>d</a:t>
            </a:r>
          </a:p>
          <a:p>
            <a:endParaRPr lang="en-US" altLang="ko-KR" sz="1400" dirty="0" smtClean="0"/>
          </a:p>
          <a:p>
            <a:r>
              <a:rPr lang="en-US" altLang="ko-KR" sz="1400" dirty="0" err="1" smtClean="0"/>
              <a:t>sprite_index</a:t>
            </a:r>
            <a:r>
              <a:rPr lang="en-US" altLang="ko-KR" sz="1400" dirty="0" smtClean="0"/>
              <a:t> = 2 x c + k</a:t>
            </a:r>
          </a:p>
          <a:p>
            <a:r>
              <a:rPr lang="en-US" altLang="ko-KR" sz="1400" dirty="0" smtClean="0"/>
              <a:t> </a:t>
            </a:r>
            <a:endParaRPr lang="en-US" altLang="ko-KR" sz="1400" dirty="0" smtClean="0"/>
          </a:p>
          <a:p>
            <a:r>
              <a:rPr lang="en-US" altLang="ko-KR" sz="1400" dirty="0" smtClean="0"/>
              <a:t>* where      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smtClean="0"/>
              <a:t>     </a:t>
            </a:r>
            <a:r>
              <a:rPr lang="en-US" altLang="ko-KR" sz="1400" dirty="0" smtClean="0"/>
              <a:t>if d </a:t>
            </a:r>
            <a:r>
              <a:rPr lang="en-US" altLang="ko-KR" sz="1400" dirty="0" smtClean="0"/>
              <a:t>= 0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</a:t>
            </a:r>
            <a:r>
              <a:rPr lang="en-US" altLang="ko-KR" sz="1400" dirty="0" smtClean="0"/>
              <a:t>k </a:t>
            </a:r>
            <a:r>
              <a:rPr lang="en-US" altLang="ko-KR" sz="1400" dirty="0" smtClean="0"/>
              <a:t>= 0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</a:t>
            </a:r>
            <a:r>
              <a:rPr lang="en-US" altLang="ko-KR" sz="1400" dirty="0" smtClean="0"/>
              <a:t>else if d = 128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</a:t>
            </a:r>
            <a:r>
              <a:rPr lang="en-US" altLang="ko-KR" sz="1400" dirty="0" smtClean="0"/>
              <a:t>k </a:t>
            </a:r>
            <a:r>
              <a:rPr lang="en-US" altLang="ko-KR" sz="1400" dirty="0" smtClean="0"/>
              <a:t>= </a:t>
            </a:r>
            <a:r>
              <a:rPr lang="en-US" altLang="ko-KR" sz="1400" dirty="0" smtClean="0"/>
              <a:t>1</a:t>
            </a:r>
            <a:endParaRPr lang="ko-KR" altLang="en-US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1213014" y="1916832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0</a:t>
            </a:r>
            <a:endParaRPr lang="ko-KR" alt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2293134" y="1916832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</a:t>
            </a:r>
            <a:endParaRPr lang="ko-KR" alt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3373254" y="1916832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5101446" y="1916832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41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1213014" y="2564904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</a:t>
            </a:r>
            <a:endParaRPr lang="ko-KR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213014" y="3212976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1213014" y="3933056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1213014" y="5013176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54</a:t>
            </a:r>
            <a:endParaRPr lang="ko-KR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6613614" y="207197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4 bytes</a:t>
            </a:r>
            <a:endParaRPr lang="ko-KR" altLang="en-US" dirty="0"/>
          </a:p>
        </p:txBody>
      </p:sp>
      <p:sp>
        <p:nvSpPr>
          <p:cNvPr id="60" name="오른쪽 중괄호 59"/>
          <p:cNvSpPr/>
          <p:nvPr/>
        </p:nvSpPr>
        <p:spPr>
          <a:xfrm rot="16200000">
            <a:off x="7261686" y="1844824"/>
            <a:ext cx="144016" cy="1440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오른쪽 중괄호 60"/>
          <p:cNvSpPr/>
          <p:nvPr/>
        </p:nvSpPr>
        <p:spPr>
          <a:xfrm rot="16200000">
            <a:off x="3553274" y="-711460"/>
            <a:ext cx="288032" cy="49685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2179561" y="1268760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x position of pitch field layout</a:t>
            </a:r>
            <a:endParaRPr lang="ko-KR" altLang="en-US" sz="1400" dirty="0"/>
          </a:p>
        </p:txBody>
      </p:sp>
      <p:sp>
        <p:nvSpPr>
          <p:cNvPr id="63" name="왼쪽 중괄호 62"/>
          <p:cNvSpPr/>
          <p:nvPr/>
        </p:nvSpPr>
        <p:spPr>
          <a:xfrm>
            <a:off x="924982" y="1916832"/>
            <a:ext cx="288032" cy="36724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0" y="3356992"/>
            <a:ext cx="11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y position</a:t>
            </a:r>
          </a:p>
          <a:p>
            <a:pPr algn="ctr"/>
            <a:r>
              <a:rPr lang="en-US" altLang="ko-KR" sz="1400" dirty="0" smtClean="0"/>
              <a:t>of pitch field</a:t>
            </a:r>
          </a:p>
          <a:p>
            <a:pPr algn="ctr"/>
            <a:r>
              <a:rPr lang="en-US" altLang="ko-KR" sz="1400" dirty="0" smtClean="0"/>
              <a:t>layout</a:t>
            </a:r>
            <a:endParaRPr lang="ko-KR" altLang="en-US" sz="1400" dirty="0"/>
          </a:p>
        </p:txBody>
      </p:sp>
      <p:sp>
        <p:nvSpPr>
          <p:cNvPr id="65" name="슬라이드 번호 개체 틀 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I. Unpacked .map file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76672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Sprites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1403648" y="1425352"/>
            <a:ext cx="864096" cy="32403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7" name="직선 연결선 66"/>
          <p:cNvCxnSpPr/>
          <p:nvPr/>
        </p:nvCxnSpPr>
        <p:spPr>
          <a:xfrm>
            <a:off x="1403648" y="22894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1403648" y="3225552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>
            <a:off x="1403648" y="3801616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475656" y="336956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…</a:t>
            </a:r>
            <a:endParaRPr lang="ko-KR" altLang="en-US" dirty="0"/>
          </a:p>
        </p:txBody>
      </p:sp>
      <p:graphicFrame>
        <p:nvGraphicFramePr>
          <p:cNvPr id="75" name="표 74"/>
          <p:cNvGraphicFramePr>
            <a:graphicFrameLocks noGrp="1"/>
          </p:cNvGraphicFramePr>
          <p:nvPr/>
        </p:nvGraphicFramePr>
        <p:xfrm>
          <a:off x="177800" y="5047084"/>
          <a:ext cx="8892431" cy="1368153"/>
        </p:xfrm>
        <a:graphic>
          <a:graphicData uri="http://schemas.openxmlformats.org/drawingml/2006/table">
            <a:tbl>
              <a:tblPr/>
              <a:tblGrid>
                <a:gridCol w="580281"/>
                <a:gridCol w="40776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  <a:gridCol w="123506"/>
              </a:tblGrid>
              <a:tr h="12930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Interleaved</a:t>
                      </a:r>
                    </a:p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Raw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Byte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3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Bit planes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3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Bit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28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25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49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57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38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19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27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35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59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34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30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smtClean="0">
                          <a:solidFill>
                            <a:srgbClr val="000000"/>
                          </a:solidFill>
                          <a:latin typeface="+mn-lt"/>
                        </a:rPr>
                        <a:t>Bitmap</a:t>
                      </a:r>
                    </a:p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Pixel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Byte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93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Pixel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3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Bit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38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44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46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48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52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54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55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56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57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58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59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marL="3976" marR="3976" marT="39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61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62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63</a:t>
                      </a:r>
                    </a:p>
                  </a:txBody>
                  <a:tcPr marL="3976" marR="3976" marT="39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6" name="오른쪽 중괄호 75"/>
          <p:cNvSpPr/>
          <p:nvPr/>
        </p:nvSpPr>
        <p:spPr>
          <a:xfrm rot="16200000">
            <a:off x="1727684" y="817600"/>
            <a:ext cx="216024" cy="864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왼쪽 중괄호 76"/>
          <p:cNvSpPr/>
          <p:nvPr/>
        </p:nvSpPr>
        <p:spPr>
          <a:xfrm>
            <a:off x="1115616" y="1429668"/>
            <a:ext cx="216024" cy="32403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899592" y="8325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8 bytes</a:t>
            </a:r>
            <a:endParaRPr lang="ko-KR" altLang="en-US" dirty="0"/>
          </a:p>
        </p:txBody>
      </p:sp>
      <p:sp>
        <p:nvSpPr>
          <p:cNvPr id="79" name="오른쪽 중괄호 78"/>
          <p:cNvSpPr/>
          <p:nvPr/>
        </p:nvSpPr>
        <p:spPr>
          <a:xfrm>
            <a:off x="2339752" y="1480592"/>
            <a:ext cx="144016" cy="7920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2483768" y="169661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16 bytes</a:t>
            </a:r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1403648" y="1408584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0</a:t>
            </a:r>
            <a:endParaRPr lang="ko-KR" alt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403648" y="2259980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</a:t>
            </a:r>
            <a:endParaRPr lang="ko-KR" alt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1403648" y="3784848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/>
              <a:t>num_sprites</a:t>
            </a:r>
            <a:r>
              <a:rPr lang="en-US" altLang="ko-KR" sz="1400" dirty="0" smtClean="0"/>
              <a:t> - 1</a:t>
            </a:r>
            <a:endParaRPr lang="ko-KR" altLang="en-US" sz="1400" dirty="0"/>
          </a:p>
        </p:txBody>
      </p:sp>
      <p:cxnSp>
        <p:nvCxnSpPr>
          <p:cNvPr id="85" name="직선 화살표 연결선 84"/>
          <p:cNvCxnSpPr>
            <a:endCxn id="81" idx="1"/>
          </p:cNvCxnSpPr>
          <p:nvPr/>
        </p:nvCxnSpPr>
        <p:spPr>
          <a:xfrm flipV="1">
            <a:off x="971600" y="1562473"/>
            <a:ext cx="432048" cy="2781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0" y="1840632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s</a:t>
            </a:r>
            <a:r>
              <a:rPr lang="en-US" altLang="ko-KR" sz="1200" dirty="0" err="1" smtClean="0"/>
              <a:t>prite_index</a:t>
            </a:r>
            <a:endParaRPr lang="ko-KR" altLang="en-US" sz="1200" dirty="0"/>
          </a:p>
        </p:txBody>
      </p:sp>
      <p:sp>
        <p:nvSpPr>
          <p:cNvPr id="87" name="직사각형 86"/>
          <p:cNvSpPr/>
          <p:nvPr/>
        </p:nvSpPr>
        <p:spPr>
          <a:xfrm>
            <a:off x="1403648" y="1408584"/>
            <a:ext cx="864096" cy="28803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stCxn id="87" idx="3"/>
          </p:cNvCxnSpPr>
          <p:nvPr/>
        </p:nvCxnSpPr>
        <p:spPr>
          <a:xfrm>
            <a:off x="2267744" y="1552600"/>
            <a:ext cx="31683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rot="5400000">
            <a:off x="3707904" y="3280792"/>
            <a:ext cx="34563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 rot="5400000">
            <a:off x="5353484" y="5798976"/>
            <a:ext cx="21602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endCxn id="82" idx="1"/>
          </p:cNvCxnSpPr>
          <p:nvPr/>
        </p:nvCxnSpPr>
        <p:spPr>
          <a:xfrm>
            <a:off x="899592" y="2128664"/>
            <a:ext cx="504056" cy="285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endCxn id="83" idx="1"/>
          </p:cNvCxnSpPr>
          <p:nvPr/>
        </p:nvCxnSpPr>
        <p:spPr>
          <a:xfrm rot="16200000" flipH="1">
            <a:off x="246584" y="2781672"/>
            <a:ext cx="1810073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804248" y="6585653"/>
            <a:ext cx="2339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smtClean="0"/>
              <a:t>&lt; End of Document &gt;</a:t>
            </a:r>
            <a:endParaRPr lang="ko-KR" altLang="en-US" sz="1200" b="1" dirty="0"/>
          </a:p>
        </p:txBody>
      </p:sp>
      <p:sp>
        <p:nvSpPr>
          <p:cNvPr id="99" name="슬라이드 번호 개체 틀 9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9DD2-16C0-4DD4-9EC6-5D589952DB3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334</Words>
  <Application>Microsoft Office PowerPoint</Application>
  <PresentationFormat>화면 슬라이드 쇼(4:3)</PresentationFormat>
  <Paragraphs>245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starwindz</dc:creator>
  <cp:lastModifiedBy>starwindz</cp:lastModifiedBy>
  <cp:revision>16</cp:revision>
  <dcterms:created xsi:type="dcterms:W3CDTF">2011-03-03T10:19:10Z</dcterms:created>
  <dcterms:modified xsi:type="dcterms:W3CDTF">2011-03-03T12:39:36Z</dcterms:modified>
</cp:coreProperties>
</file>